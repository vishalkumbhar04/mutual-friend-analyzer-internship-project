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</p:sldIdLst>
  <p:sldSz cx="18288000" cy="10287000"/>
  <p:notesSz cx="6858000" cy="9144000"/>
  <p:embeddedFontLst>
    <p:embeddedFont>
      <p:font typeface="Century Gothic Paneuropean" panose="020B0604020202020204" charset="0"/>
      <p:regular r:id="rId9"/>
    </p:embeddedFont>
    <p:embeddedFont>
      <p:font typeface="Century Gothic Paneuropean Bold" panose="020B0604020202020204" charset="0"/>
      <p:regular r:id="rId10"/>
    </p:embeddedFont>
    <p:embeddedFont>
      <p:font typeface="Times New Roman Bold" panose="02020803070505020304" pitchFamily="18" charset="0"/>
      <p:regular r:id="rId11"/>
      <p:bold r:id="rId12"/>
    </p:embeddedFont>
    <p:embeddedFont>
      <p:font typeface="Times New Roman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22" autoAdjust="0"/>
  </p:normalViewPr>
  <p:slideViewPr>
    <p:cSldViewPr>
      <p:cViewPr varScale="1">
        <p:scale>
          <a:sx n="39" d="100"/>
          <a:sy n="39" d="100"/>
        </p:scale>
        <p:origin x="912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34754" y="3828314"/>
            <a:ext cx="13018493" cy="1167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INTERNSHIP REVIEW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68385" y="5253899"/>
            <a:ext cx="8351230" cy="53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0"/>
              </a:lnSpc>
            </a:pPr>
            <a:r>
              <a:rPr lang="en-US" sz="3078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 Bold"/>
              </a:rPr>
              <a:t>Role: </a:t>
            </a:r>
            <a:r>
              <a:rPr lang="en-IN" sz="3200" dirty="0">
                <a:latin typeface="Century Gothic Paneuropean" panose="020B0604020202020204" charset="0"/>
                <a:cs typeface="Century Gothic Paneuropean" panose="020B0604020202020204" charset="0"/>
              </a:rPr>
              <a:t>Software Developer Intern </a:t>
            </a:r>
            <a:endParaRPr lang="en-US" sz="3078" dirty="0">
              <a:solidFill>
                <a:srgbClr val="000000"/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80497" y="625655"/>
            <a:ext cx="703255" cy="806090"/>
          </a:xfrm>
          <a:custGeom>
            <a:avLst/>
            <a:gdLst/>
            <a:ahLst/>
            <a:cxnLst/>
            <a:rect l="l" t="t" r="r" b="b"/>
            <a:pathLst>
              <a:path w="703255" h="806090">
                <a:moveTo>
                  <a:pt x="0" y="0"/>
                </a:moveTo>
                <a:lnTo>
                  <a:pt x="703255" y="0"/>
                </a:lnTo>
                <a:lnTo>
                  <a:pt x="703255" y="806090"/>
                </a:lnTo>
                <a:lnTo>
                  <a:pt x="0" y="806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3869963" y="8547153"/>
            <a:ext cx="4206094" cy="1137628"/>
            <a:chOff x="0" y="0"/>
            <a:chExt cx="7677150" cy="20764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77150" cy="2076450"/>
            </a:xfrm>
            <a:custGeom>
              <a:avLst/>
              <a:gdLst/>
              <a:ahLst/>
              <a:cxnLst/>
              <a:rect l="l" t="t" r="r" b="b"/>
              <a:pathLst>
                <a:path w="7677150" h="2076450">
                  <a:moveTo>
                    <a:pt x="0" y="0"/>
                  </a:moveTo>
                  <a:lnTo>
                    <a:pt x="7677150" y="0"/>
                  </a:lnTo>
                  <a:lnTo>
                    <a:pt x="7677150" y="2076450"/>
                  </a:lnTo>
                  <a:lnTo>
                    <a:pt x="0" y="207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9774" y="-28575"/>
            <a:ext cx="18088452" cy="342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1"/>
              </a:lnSpc>
            </a:pPr>
            <a:endParaRPr dirty="0"/>
          </a:p>
          <a:p>
            <a:pPr algn="ctr">
              <a:lnSpc>
                <a:spcPts val="3595"/>
              </a:lnSpc>
            </a:pPr>
            <a:r>
              <a:rPr lang="en-US" sz="2799" i="1" dirty="0">
                <a:solidFill>
                  <a:srgbClr val="00206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Dr D. Y. Patil Educational Federation’s</a:t>
            </a:r>
          </a:p>
          <a:p>
            <a:pPr algn="ctr">
              <a:lnSpc>
                <a:spcPts val="4108"/>
              </a:lnSpc>
            </a:pPr>
            <a:r>
              <a:rPr lang="en-US" sz="3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 D. Y.  PATIL COLLEGE OF ENGINEERING  AND  INNOVATION</a:t>
            </a:r>
          </a:p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Approved by AICTE, </a:t>
            </a:r>
            <a:r>
              <a:rPr lang="en-US" sz="24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Recognised</a:t>
            </a: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by the Govt. of Maharashtra, </a:t>
            </a:r>
          </a:p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(An Autonomous Institute Affiliated to Savitribai Phule Pune University) </a:t>
            </a:r>
          </a:p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Accredited by NAAC with “A” Grade</a:t>
            </a:r>
          </a:p>
          <a:p>
            <a:pPr algn="ctr">
              <a:lnSpc>
                <a:spcPts val="2879"/>
              </a:lnSpc>
            </a:pPr>
            <a:r>
              <a:rPr lang="en-US" sz="36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Computer Engineering              </a:t>
            </a:r>
          </a:p>
          <a:p>
            <a:pPr algn="ctr">
              <a:lnSpc>
                <a:spcPts val="4622"/>
              </a:lnSpc>
            </a:pPr>
            <a:endParaRPr lang="en-US" sz="3600" b="1" dirty="0">
              <a:solidFill>
                <a:srgbClr val="00206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50602" y="8213189"/>
            <a:ext cx="8351230" cy="893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578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Presented by : </a:t>
            </a:r>
            <a:r>
              <a:rPr lang="en-US" sz="2578" dirty="0">
                <a:solidFill>
                  <a:srgbClr val="000000"/>
                </a:solidFill>
                <a:latin typeface="Century Gothic Paneuropean"/>
                <a:ea typeface="Century Gothic Paneuropean Bold"/>
                <a:cs typeface="Century Gothic Paneuropean"/>
                <a:sym typeface="Century Gothic Paneuropean"/>
              </a:rPr>
              <a:t>Vishal Shivraj Kumbhar</a:t>
            </a:r>
            <a:r>
              <a:rPr lang="en-US" sz="2578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</a:t>
            </a:r>
          </a:p>
          <a:p>
            <a:pPr algn="l">
              <a:lnSpc>
                <a:spcPts val="3610"/>
              </a:lnSpc>
            </a:pPr>
            <a:r>
              <a:rPr lang="en-US" sz="2578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(TE DIV B)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137911" y="791435"/>
            <a:ext cx="11058807" cy="1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COMPANY DETAILS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37911" y="2784316"/>
            <a:ext cx="16723591" cy="4535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96"/>
              </a:lnSpc>
            </a:pP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 Bold"/>
              </a:rPr>
              <a:t>Name:</a:t>
            </a:r>
            <a:r>
              <a:rPr lang="en-US" sz="364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 </a:t>
            </a:r>
            <a:r>
              <a:rPr lang="en-US" sz="4000" dirty="0">
                <a:latin typeface="Century Gothic Paneuropean" panose="020B0604020202020204" charset="0"/>
                <a:cs typeface="Century Gothic Paneuropean" panose="020B0604020202020204" charset="0"/>
              </a:rPr>
              <a:t>Academy of Skill Development (ASD)</a:t>
            </a:r>
          </a:p>
          <a:p>
            <a:pPr algn="just">
              <a:lnSpc>
                <a:spcPts val="5096"/>
              </a:lnSpc>
            </a:pP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 Bold"/>
              </a:rPr>
              <a:t>Address:</a:t>
            </a:r>
            <a:r>
              <a:rPr lang="en-US" sz="4000" dirty="0">
                <a:latin typeface="Century Gothic Paneuropean" panose="020B0604020202020204" charset="0"/>
                <a:cs typeface="Century Gothic Paneuropean" panose="020B0604020202020204" charset="0"/>
              </a:rPr>
              <a:t> Module 103,SDF Building,sector-V,Kolkata-700091</a:t>
            </a:r>
            <a:endParaRPr lang="en-US" sz="3640" dirty="0">
              <a:solidFill>
                <a:srgbClr val="000000"/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  <a:p>
            <a:pPr algn="just">
              <a:lnSpc>
                <a:spcPts val="5096"/>
              </a:lnSpc>
            </a:pP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 Bold"/>
              </a:rPr>
              <a:t>External supervisor:</a:t>
            </a:r>
            <a:r>
              <a:rPr lang="en-US" sz="364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 </a:t>
            </a:r>
            <a:r>
              <a:rPr lang="en-IN" sz="4000" dirty="0" err="1">
                <a:latin typeface="Century Gothic Paneuropean" panose="020B0604020202020204" charset="0"/>
                <a:cs typeface="Century Gothic Paneuropean" panose="020B0604020202020204" charset="0"/>
              </a:rPr>
              <a:t>Mr.Mahendra</a:t>
            </a:r>
            <a:r>
              <a:rPr lang="en-IN" sz="4000" dirty="0">
                <a:latin typeface="Century Gothic Paneuropean" panose="020B0604020202020204" charset="0"/>
                <a:cs typeface="Century Gothic Paneuropean" panose="020B0604020202020204" charset="0"/>
              </a:rPr>
              <a:t> Datta</a:t>
            </a:r>
          </a:p>
          <a:p>
            <a:pPr algn="just">
              <a:lnSpc>
                <a:spcPts val="5096"/>
              </a:lnSpc>
            </a:pP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 Bold"/>
              </a:rPr>
              <a:t>Internal Supervisor:</a:t>
            </a:r>
            <a:r>
              <a:rPr lang="en-US" sz="364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 </a:t>
            </a:r>
            <a:r>
              <a:rPr lang="en-IN" sz="400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Dr.</a:t>
            </a:r>
            <a:r>
              <a:rPr lang="en-IN" sz="4000" dirty="0">
                <a:latin typeface="Century Gothic Paneuropean" panose="020B0604020202020204" charset="0"/>
                <a:cs typeface="Century Gothic Paneuropean" panose="020B0604020202020204" charset="0"/>
              </a:rPr>
              <a:t> Alpana Adsul</a:t>
            </a:r>
          </a:p>
          <a:p>
            <a:pPr algn="just">
              <a:lnSpc>
                <a:spcPts val="5096"/>
              </a:lnSpc>
            </a:pP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 Bold"/>
              </a:rPr>
              <a:t>Internship Coordinator:</a:t>
            </a:r>
            <a:r>
              <a:rPr lang="en-US" sz="364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 </a:t>
            </a:r>
            <a:r>
              <a:rPr lang="en-US" sz="3640" dirty="0" err="1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Mrs</a:t>
            </a:r>
            <a:r>
              <a:rPr lang="en-US" sz="364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 Anita </a:t>
            </a:r>
            <a:r>
              <a:rPr lang="en-US" sz="3640" dirty="0" err="1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Shinkar</a:t>
            </a:r>
            <a:r>
              <a:rPr lang="en-US" sz="364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.</a:t>
            </a:r>
          </a:p>
          <a:p>
            <a:pPr algn="just">
              <a:lnSpc>
                <a:spcPts val="5096"/>
              </a:lnSpc>
            </a:pP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5096"/>
              </a:lnSpc>
            </a:pP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80497" y="625655"/>
            <a:ext cx="703255" cy="806090"/>
          </a:xfrm>
          <a:custGeom>
            <a:avLst/>
            <a:gdLst/>
            <a:ahLst/>
            <a:cxnLst/>
            <a:rect l="l" t="t" r="r" b="b"/>
            <a:pathLst>
              <a:path w="703255" h="806090">
                <a:moveTo>
                  <a:pt x="0" y="0"/>
                </a:moveTo>
                <a:lnTo>
                  <a:pt x="703255" y="0"/>
                </a:lnTo>
                <a:lnTo>
                  <a:pt x="703255" y="806090"/>
                </a:lnTo>
                <a:lnTo>
                  <a:pt x="0" y="806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3845786" y="8540613"/>
            <a:ext cx="4230271" cy="1144167"/>
            <a:chOff x="0" y="0"/>
            <a:chExt cx="7677150" cy="20764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77150" cy="2076450"/>
            </a:xfrm>
            <a:custGeom>
              <a:avLst/>
              <a:gdLst/>
              <a:ahLst/>
              <a:cxnLst/>
              <a:rect l="l" t="t" r="r" b="b"/>
              <a:pathLst>
                <a:path w="7677150" h="2076450">
                  <a:moveTo>
                    <a:pt x="0" y="0"/>
                  </a:moveTo>
                  <a:lnTo>
                    <a:pt x="7677150" y="0"/>
                  </a:lnTo>
                  <a:lnTo>
                    <a:pt x="7677150" y="2076450"/>
                  </a:lnTo>
                  <a:lnTo>
                    <a:pt x="0" y="207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994999" y="711065"/>
            <a:ext cx="11192892" cy="139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INTERNSHIP OVERVIEW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77283" y="3018498"/>
            <a:ext cx="12026612" cy="1264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 Bold"/>
              </a:rPr>
              <a:t>Role:</a:t>
            </a:r>
            <a:r>
              <a:rPr lang="en-US" sz="364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 </a:t>
            </a:r>
            <a:r>
              <a:rPr lang="en-IN" sz="4000" dirty="0">
                <a:latin typeface="Century Gothic Paneuropean" panose="020B0604020202020204" charset="0"/>
                <a:cs typeface="Century Gothic Paneuropean" panose="020B0604020202020204" charset="0"/>
              </a:rPr>
              <a:t>Software Developer Intern</a:t>
            </a:r>
          </a:p>
          <a:p>
            <a:pPr marL="392966" lvl="1">
              <a:lnSpc>
                <a:spcPts val="5096"/>
              </a:lnSpc>
            </a:pP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577283" y="5979083"/>
            <a:ext cx="12026612" cy="612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 Bold"/>
              </a:rPr>
              <a:t>From :</a:t>
            </a: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"/>
              </a:rPr>
              <a:t>15</a:t>
            </a:r>
            <a:r>
              <a:rPr lang="en-US" sz="364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 Feb 2026 </a:t>
            </a: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 Bold"/>
              </a:rPr>
              <a:t>to </a:t>
            </a: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"/>
              </a:rPr>
              <a:t>4</a:t>
            </a:r>
            <a:r>
              <a:rPr lang="en-US" sz="364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"/>
              </a:rPr>
              <a:t> Apr 2026</a:t>
            </a:r>
            <a:endParaRPr lang="en-US" sz="3640" dirty="0">
              <a:solidFill>
                <a:srgbClr val="000000"/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577283" y="5173881"/>
            <a:ext cx="12026612" cy="612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 Bold"/>
              </a:rPr>
              <a:t>Duration:</a:t>
            </a:r>
            <a:r>
              <a:rPr lang="en-US" sz="364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 8 Weeks</a:t>
            </a:r>
          </a:p>
        </p:txBody>
      </p:sp>
      <p:sp>
        <p:nvSpPr>
          <p:cNvPr id="17" name="Freeform 17"/>
          <p:cNvSpPr/>
          <p:nvPr/>
        </p:nvSpPr>
        <p:spPr>
          <a:xfrm>
            <a:off x="680497" y="625655"/>
            <a:ext cx="703255" cy="806090"/>
          </a:xfrm>
          <a:custGeom>
            <a:avLst/>
            <a:gdLst/>
            <a:ahLst/>
            <a:cxnLst/>
            <a:rect l="l" t="t" r="r" b="b"/>
            <a:pathLst>
              <a:path w="703255" h="806090">
                <a:moveTo>
                  <a:pt x="0" y="0"/>
                </a:moveTo>
                <a:lnTo>
                  <a:pt x="703255" y="0"/>
                </a:lnTo>
                <a:lnTo>
                  <a:pt x="703255" y="806090"/>
                </a:lnTo>
                <a:lnTo>
                  <a:pt x="0" y="806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3465460" y="8437746"/>
            <a:ext cx="4610597" cy="1247035"/>
            <a:chOff x="0" y="0"/>
            <a:chExt cx="7677150" cy="20764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677150" cy="2076450"/>
            </a:xfrm>
            <a:custGeom>
              <a:avLst/>
              <a:gdLst/>
              <a:ahLst/>
              <a:cxnLst/>
              <a:rect l="l" t="t" r="r" b="b"/>
              <a:pathLst>
                <a:path w="7677150" h="2076450">
                  <a:moveTo>
                    <a:pt x="0" y="0"/>
                  </a:moveTo>
                  <a:lnTo>
                    <a:pt x="7677150" y="0"/>
                  </a:lnTo>
                  <a:lnTo>
                    <a:pt x="7677150" y="2076450"/>
                  </a:lnTo>
                  <a:lnTo>
                    <a:pt x="0" y="207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3577283" y="3803852"/>
            <a:ext cx="12026612" cy="1279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5932" lvl="1" indent="-392966" algn="l">
              <a:lnSpc>
                <a:spcPts val="5096"/>
              </a:lnSpc>
              <a:buFont typeface="Arial"/>
              <a:buChar char="•"/>
            </a:pPr>
            <a:r>
              <a:rPr lang="en-US" sz="3640" b="1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 Bold"/>
                <a:cs typeface="Century Gothic Paneuropean" panose="020B0604020202020204" charset="0"/>
                <a:sym typeface="Century Gothic Paneuropean Bold"/>
              </a:rPr>
              <a:t>Domain:</a:t>
            </a:r>
            <a:r>
              <a:rPr lang="en-US" sz="3640" dirty="0">
                <a:solidFill>
                  <a:srgbClr val="000000"/>
                </a:solidFill>
                <a:latin typeface="Century Gothic Paneuropean" panose="020B0604020202020204" charset="0"/>
                <a:ea typeface="Century Gothic Paneuropean"/>
                <a:cs typeface="Century Gothic Paneuropean" panose="020B0604020202020204" charset="0"/>
                <a:sym typeface="Century Gothic Paneuropean"/>
              </a:rPr>
              <a:t> Java and its Applications</a:t>
            </a: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IN" sz="4000" b="1" dirty="0">
                <a:latin typeface="Century Gothic Paneuropean" panose="020B0604020202020204" charset="0"/>
                <a:cs typeface="Century Gothic Paneuropean" panose="020B0604020202020204" charset="0"/>
              </a:rPr>
              <a:t>Mode:</a:t>
            </a:r>
            <a:r>
              <a:rPr lang="en-IN" sz="4000" dirty="0">
                <a:latin typeface="Century Gothic Paneuropean" panose="020B0604020202020204" charset="0"/>
                <a:cs typeface="Century Gothic Paneuropean" panose="020B0604020202020204" charset="0"/>
              </a:rPr>
              <a:t> Online / Remote</a:t>
            </a:r>
            <a:endParaRPr lang="en-US" sz="3640" dirty="0">
              <a:solidFill>
                <a:srgbClr val="000000"/>
              </a:solidFill>
              <a:latin typeface="Century Gothic Paneuropean" panose="020B0604020202020204" charset="0"/>
              <a:ea typeface="Century Gothic Paneuropean"/>
              <a:cs typeface="Century Gothic Paneuropean" panose="020B0604020202020204" charset="0"/>
              <a:sym typeface="Century Gothic Paneuropean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680497" y="625655"/>
            <a:ext cx="703255" cy="806090"/>
          </a:xfrm>
          <a:custGeom>
            <a:avLst/>
            <a:gdLst/>
            <a:ahLst/>
            <a:cxnLst/>
            <a:rect l="l" t="t" r="r" b="b"/>
            <a:pathLst>
              <a:path w="703255" h="806090">
                <a:moveTo>
                  <a:pt x="0" y="0"/>
                </a:moveTo>
                <a:lnTo>
                  <a:pt x="703255" y="0"/>
                </a:lnTo>
                <a:lnTo>
                  <a:pt x="703255" y="806090"/>
                </a:lnTo>
                <a:lnTo>
                  <a:pt x="0" y="806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3243038" y="8377587"/>
            <a:ext cx="4833019" cy="1307193"/>
            <a:chOff x="0" y="0"/>
            <a:chExt cx="7677150" cy="20764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77150" cy="2076450"/>
            </a:xfrm>
            <a:custGeom>
              <a:avLst/>
              <a:gdLst/>
              <a:ahLst/>
              <a:cxnLst/>
              <a:rect l="l" t="t" r="r" b="b"/>
              <a:pathLst>
                <a:path w="7677150" h="2076450">
                  <a:moveTo>
                    <a:pt x="0" y="0"/>
                  </a:moveTo>
                  <a:lnTo>
                    <a:pt x="7677150" y="0"/>
                  </a:lnTo>
                  <a:lnTo>
                    <a:pt x="7677150" y="2076450"/>
                  </a:lnTo>
                  <a:lnTo>
                    <a:pt x="0" y="207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4257649" y="336272"/>
            <a:ext cx="9772702" cy="139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PROJECT AND TASK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35522B-0E49-DE15-C62D-937B8D2606B2}"/>
              </a:ext>
            </a:extLst>
          </p:cNvPr>
          <p:cNvSpPr txBox="1"/>
          <p:nvPr/>
        </p:nvSpPr>
        <p:spPr>
          <a:xfrm>
            <a:off x="4257648" y="2396778"/>
            <a:ext cx="9382151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A </a:t>
            </a:r>
            <a:r>
              <a:rPr lang="en-US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Java-based project</a:t>
            </a: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 will be assigned during training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Project will be developed using </a:t>
            </a:r>
            <a:r>
              <a:rPr lang="en-US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Java programming concepts</a:t>
            </a:r>
          </a:p>
          <a:p>
            <a:endParaRPr lang="en-US" sz="2800" b="1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Century Gothic Paneuropean" panose="020B0604020202020204" charset="0"/>
                <a:cs typeface="Century Gothic Paneuropean" panose="020B0604020202020204" charset="0"/>
              </a:rPr>
              <a:t>Tasks will include: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Understanding requirements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Writing Java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Testing and debugging</a:t>
            </a:r>
          </a:p>
          <a:p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latin typeface="Century Gothic Paneuropean" panose="020B0604020202020204" charset="0"/>
                <a:cs typeface="Century Gothic Paneuropean" panose="020B0604020202020204" charset="0"/>
              </a:rPr>
              <a:t>Final deliverables will include: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Project implementation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Project report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Presentation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680497" y="625655"/>
            <a:ext cx="703255" cy="806090"/>
          </a:xfrm>
          <a:custGeom>
            <a:avLst/>
            <a:gdLst/>
            <a:ahLst/>
            <a:cxnLst/>
            <a:rect l="l" t="t" r="r" b="b"/>
            <a:pathLst>
              <a:path w="703255" h="806090">
                <a:moveTo>
                  <a:pt x="0" y="0"/>
                </a:moveTo>
                <a:lnTo>
                  <a:pt x="703255" y="0"/>
                </a:lnTo>
                <a:lnTo>
                  <a:pt x="703255" y="806090"/>
                </a:lnTo>
                <a:lnTo>
                  <a:pt x="0" y="806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3576479" y="8467773"/>
            <a:ext cx="4499578" cy="1217007"/>
            <a:chOff x="0" y="0"/>
            <a:chExt cx="7677150" cy="20764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77150" cy="2076450"/>
            </a:xfrm>
            <a:custGeom>
              <a:avLst/>
              <a:gdLst/>
              <a:ahLst/>
              <a:cxnLst/>
              <a:rect l="l" t="t" r="r" b="b"/>
              <a:pathLst>
                <a:path w="7677150" h="2076450">
                  <a:moveTo>
                    <a:pt x="0" y="0"/>
                  </a:moveTo>
                  <a:lnTo>
                    <a:pt x="7677150" y="0"/>
                  </a:lnTo>
                  <a:lnTo>
                    <a:pt x="7677150" y="2076450"/>
                  </a:lnTo>
                  <a:lnTo>
                    <a:pt x="0" y="207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4257649" y="336272"/>
            <a:ext cx="9772702" cy="139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CHALLENGES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05124" y="2682497"/>
            <a:ext cx="12277751" cy="625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IN" sz="4000" dirty="0">
                <a:latin typeface="Century Gothic Paneuropean" panose="020B0604020202020204" charset="0"/>
                <a:cs typeface="Century Gothic Paneuropean" panose="020B0604020202020204" charset="0"/>
              </a:rPr>
              <a:t>Understanding </a:t>
            </a:r>
            <a:r>
              <a:rPr lang="en-IN" sz="4000" b="1" dirty="0">
                <a:latin typeface="Century Gothic Paneuropean" panose="020B0604020202020204" charset="0"/>
                <a:cs typeface="Century Gothic Paneuropean" panose="020B0604020202020204" charset="0"/>
              </a:rPr>
              <a:t>real-time project requirements</a:t>
            </a:r>
            <a:endParaRPr lang="en-US" sz="3640" b="1" dirty="0">
              <a:solidFill>
                <a:srgbClr val="000000"/>
              </a:solidFill>
              <a:latin typeface="Century Gothic Paneuropean" panose="020B0604020202020204" charset="0"/>
              <a:ea typeface="Century Gothic Paneuropean Bold"/>
              <a:cs typeface="Century Gothic Paneuropean" panose="020B0604020202020204" charset="0"/>
              <a:sym typeface="Century Gothic Paneuropean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005124" y="3848557"/>
            <a:ext cx="13835076" cy="454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US" sz="4000" dirty="0">
                <a:latin typeface="Century Gothic Paneuropean" panose="020B0604020202020204" charset="0"/>
                <a:cs typeface="Century Gothic Paneuropean" panose="020B0604020202020204" charset="0"/>
              </a:rPr>
              <a:t>Applying </a:t>
            </a:r>
            <a:r>
              <a:rPr lang="en-US" sz="4000" b="1" dirty="0">
                <a:latin typeface="Century Gothic Paneuropean" panose="020B0604020202020204" charset="0"/>
                <a:cs typeface="Century Gothic Paneuropean" panose="020B0604020202020204" charset="0"/>
              </a:rPr>
              <a:t>Java concepts in practical scenarios</a:t>
            </a: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endParaRPr lang="en-US" sz="4000" b="1" dirty="0">
              <a:solidFill>
                <a:srgbClr val="000000"/>
              </a:solidFill>
              <a:latin typeface="Century Gothic Paneuropean" panose="020B0604020202020204" charset="0"/>
              <a:ea typeface="Century Gothic Paneuropean Bold"/>
              <a:cs typeface="Century Gothic Paneuropean" panose="020B0604020202020204" charset="0"/>
              <a:sym typeface="Century Gothic Paneuropean Bold"/>
            </a:endParaRP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US" sz="4000" dirty="0">
                <a:latin typeface="Century Gothic Paneuropean" panose="020B0604020202020204" charset="0"/>
                <a:cs typeface="Century Gothic Paneuropean" panose="020B0604020202020204" charset="0"/>
              </a:rPr>
              <a:t>Managing </a:t>
            </a:r>
            <a:r>
              <a:rPr lang="en-US" sz="4000" b="1" dirty="0">
                <a:latin typeface="Century Gothic Paneuropean" panose="020B0604020202020204" charset="0"/>
                <a:cs typeface="Century Gothic Paneuropean" panose="020B0604020202020204" charset="0"/>
              </a:rPr>
              <a:t>time between academics and internship</a:t>
            </a: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endParaRPr lang="en-US" sz="4000" b="1" dirty="0">
              <a:solidFill>
                <a:srgbClr val="000000"/>
              </a:solidFill>
              <a:latin typeface="Century Gothic Paneuropean" panose="020B0604020202020204" charset="0"/>
              <a:ea typeface="Century Gothic Paneuropean Bold"/>
              <a:cs typeface="Century Gothic Paneuropean" panose="020B0604020202020204" charset="0"/>
              <a:sym typeface="Century Gothic Paneuropean Bold"/>
            </a:endParaRP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US" sz="4000" dirty="0">
                <a:latin typeface="Century Gothic Paneuropean" panose="020B0604020202020204" charset="0"/>
                <a:cs typeface="Century Gothic Paneuropean" panose="020B0604020202020204" charset="0"/>
              </a:rPr>
              <a:t>Debugging and resolving </a:t>
            </a:r>
            <a:r>
              <a:rPr lang="en-US" sz="4000" b="1" dirty="0">
                <a:latin typeface="Century Gothic Paneuropean" panose="020B0604020202020204" charset="0"/>
                <a:cs typeface="Century Gothic Paneuropean" panose="020B0604020202020204" charset="0"/>
              </a:rPr>
              <a:t>logical errors</a:t>
            </a: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endParaRPr lang="en-US" sz="4000" b="1" dirty="0">
              <a:solidFill>
                <a:srgbClr val="000000"/>
              </a:solidFill>
              <a:latin typeface="Century Gothic Paneuropean" panose="020B0604020202020204" charset="0"/>
              <a:ea typeface="Century Gothic Paneuropean Bold"/>
              <a:cs typeface="Century Gothic Paneuropean" panose="020B0604020202020204" charset="0"/>
              <a:sym typeface="Century Gothic Paneuropean Bold"/>
            </a:endParaRP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US" sz="4000" dirty="0">
                <a:latin typeface="Century Gothic Paneuropean" panose="020B0604020202020204" charset="0"/>
                <a:cs typeface="Century Gothic Paneuropean" panose="020B0604020202020204" charset="0"/>
              </a:rPr>
              <a:t>Adapting to </a:t>
            </a:r>
            <a:r>
              <a:rPr lang="en-US" sz="4000" b="1" dirty="0">
                <a:latin typeface="Century Gothic Paneuropean" panose="020B0604020202020204" charset="0"/>
                <a:cs typeface="Century Gothic Paneuropean" panose="020B0604020202020204" charset="0"/>
              </a:rPr>
              <a:t>industry-level coding standards</a:t>
            </a:r>
            <a:endParaRPr lang="en-US" sz="3640" b="1" dirty="0">
              <a:solidFill>
                <a:srgbClr val="000000"/>
              </a:solidFill>
              <a:latin typeface="Century Gothic Paneuropean" panose="020B0604020202020204" charset="0"/>
              <a:ea typeface="Century Gothic Paneuropean Bold"/>
              <a:cs typeface="Century Gothic Paneuropean" panose="020B0604020202020204" charset="0"/>
              <a:sym typeface="Century Gothic Paneuropean Bold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680497" y="625655"/>
            <a:ext cx="703255" cy="806090"/>
          </a:xfrm>
          <a:custGeom>
            <a:avLst/>
            <a:gdLst/>
            <a:ahLst/>
            <a:cxnLst/>
            <a:rect l="l" t="t" r="r" b="b"/>
            <a:pathLst>
              <a:path w="703255" h="806090">
                <a:moveTo>
                  <a:pt x="0" y="0"/>
                </a:moveTo>
                <a:lnTo>
                  <a:pt x="703255" y="0"/>
                </a:lnTo>
                <a:lnTo>
                  <a:pt x="703255" y="806090"/>
                </a:lnTo>
                <a:lnTo>
                  <a:pt x="0" y="806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3243038" y="8377587"/>
            <a:ext cx="4833019" cy="1307193"/>
            <a:chOff x="0" y="0"/>
            <a:chExt cx="7677150" cy="20764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77150" cy="2076450"/>
            </a:xfrm>
            <a:custGeom>
              <a:avLst/>
              <a:gdLst/>
              <a:ahLst/>
              <a:cxnLst/>
              <a:rect l="l" t="t" r="r" b="b"/>
              <a:pathLst>
                <a:path w="7677150" h="2076450">
                  <a:moveTo>
                    <a:pt x="0" y="0"/>
                  </a:moveTo>
                  <a:lnTo>
                    <a:pt x="7677150" y="0"/>
                  </a:lnTo>
                  <a:lnTo>
                    <a:pt x="7677150" y="2076450"/>
                  </a:lnTo>
                  <a:lnTo>
                    <a:pt x="0" y="207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3886200" y="331148"/>
            <a:ext cx="9772702" cy="139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SOFT SKILL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82790" y="2138840"/>
            <a:ext cx="10918886" cy="8471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96"/>
              </a:lnSpc>
            </a:pPr>
            <a:endParaRPr lang="en-US" sz="4000" b="1" dirty="0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Communication Skill</a:t>
            </a: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endParaRPr lang="en-US" sz="4000" b="1" dirty="0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Time Management</a:t>
            </a: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endParaRPr lang="en-US" sz="4000" b="1" dirty="0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Professional Behavior</a:t>
            </a: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endParaRPr lang="en-US" sz="4000" b="1" dirty="0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Problem-Solving Ability</a:t>
            </a: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endParaRPr lang="en-US" sz="4000" b="1" dirty="0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Self-Learning and Discipline</a:t>
            </a: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endParaRPr lang="en-US" sz="4000" b="1" dirty="0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endParaRPr lang="en-US" sz="4000" b="1" dirty="0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785932" lvl="1" indent="-392966">
              <a:lnSpc>
                <a:spcPts val="5096"/>
              </a:lnSpc>
              <a:buFont typeface="Arial"/>
              <a:buChar char="•"/>
            </a:pPr>
            <a:endParaRPr lang="en-US" sz="4000" b="1" dirty="0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11886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233</Words>
  <Application>Microsoft Office PowerPoint</Application>
  <PresentationFormat>Custom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Century Gothic Paneuropean</vt:lpstr>
      <vt:lpstr>Arial</vt:lpstr>
      <vt:lpstr>Calibri</vt:lpstr>
      <vt:lpstr>Times New Roman</vt:lpstr>
      <vt:lpstr>Times New Roman Italics</vt:lpstr>
      <vt:lpstr>Century Gothic Paneuropean Bold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Presentation</dc:title>
  <dc:creator>Swapnil Chougule</dc:creator>
  <cp:lastModifiedBy>Vishal Kumbhar</cp:lastModifiedBy>
  <cp:revision>7</cp:revision>
  <dcterms:created xsi:type="dcterms:W3CDTF">2006-08-16T00:00:00Z</dcterms:created>
  <dcterms:modified xsi:type="dcterms:W3CDTF">2026-02-06T05:06:02Z</dcterms:modified>
  <dc:identifier>DAG3CsZWg00</dc:identifier>
</cp:coreProperties>
</file>